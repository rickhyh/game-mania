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4" r:id="rId1"/>
  </p:sldMasterIdLst>
  <p:notesMasterIdLst>
    <p:notesMasterId r:id="rId9"/>
  </p:notesMasterIdLst>
  <p:handoutMasterIdLst>
    <p:handoutMasterId r:id="rId10"/>
  </p:handoutMasterIdLst>
  <p:sldIdLst>
    <p:sldId id="256" r:id="rId2"/>
    <p:sldId id="258" r:id="rId3"/>
    <p:sldId id="263" r:id="rId4"/>
    <p:sldId id="257" r:id="rId5"/>
    <p:sldId id="260" r:id="rId6"/>
    <p:sldId id="261" r:id="rId7"/>
    <p:sldId id="262" r:id="rId8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08B520-1308-4AC6-8308-791CB4290625}" v="1816" dt="2021-11-29T20:41:31.8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0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0" d="100"/>
          <a:sy n="70" d="100"/>
        </p:scale>
        <p:origin x="420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C359DC8A-171C-4851-AA67-A93BB1A90B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9593E8-91ED-45D8-A78B-906A3336ED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AE1178-38C8-458D-9BBA-391D8600F37E}" type="datetimeFigureOut">
              <a:rPr lang="pt-BR" smtClean="0"/>
              <a:t>29/11/2021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364EB04-9E6A-4308-A568-B4C6B4DDB02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E181A6C-1307-4158-9352-4BDB09A405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E5B8AB-8978-49AA-B307-0D35A9214A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044770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08EEE-8324-4673-8413-3D4E0151ABEB}" type="datetimeFigureOut">
              <a:rPr lang="pt-BR" noProof="0" smtClean="0"/>
              <a:t>29/11/2021</a:t>
            </a:fld>
            <a:endParaRPr lang="pt-BR" noProof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BFEFBF-2414-4698-9E48-10DF91902EC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57194429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FEFBF-2414-4698-9E48-10DF91902EC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693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8984" y="1792224"/>
            <a:ext cx="990599" cy="304799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fld id="{E9462EF3-3C4F-43EE-ACEE-D4B806740EA3}" type="datetimeFigureOut">
              <a:rPr lang="en-US" dirty="0"/>
              <a:pPr/>
              <a:t>11/29/2021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976" y="3227832"/>
            <a:ext cx="3867912" cy="310896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32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C0EF2-9919-473B-8215-8616BAF10692}" type="datetimeFigureOut">
              <a:rPr lang="en-US" dirty="0"/>
              <a:t>11/29/2021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817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9192"/>
            <a:ext cx="4343400" cy="2286000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3758184" cy="2286000"/>
          </a:xfrm>
        </p:spPr>
        <p:txBody>
          <a:bodyPr anchor="ctr" anchorCtr="0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472EB-AC54-4713-BFC2-BEB621108C63}" type="datetimeFigureOut">
              <a:rPr lang="en-US" dirty="0"/>
              <a:t>11/29/2021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535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8032" cy="341630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76" y="2603500"/>
            <a:ext cx="4828032" cy="34163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55A0C-791E-4545-B787-F98AD45CD761}" type="datetimeFigureOut">
              <a:rPr lang="en-US" dirty="0"/>
              <a:t>11/29/2021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643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69264"/>
            <a:ext cx="8825659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98448"/>
            <a:ext cx="4828032" cy="284378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76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1" y="3187921"/>
            <a:ext cx="4825160" cy="285431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36B77-F4F4-4427-AC4F-9A623798AD82}" type="datetimeFigureOut">
              <a:rPr lang="en-US" dirty="0"/>
              <a:t>11/29/2021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443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144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E790C-34EB-4565-8437-CACF4CDB7822}" type="datetimeFigureOut">
              <a:rPr lang="en-US" dirty="0"/>
              <a:t>11/29/2021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958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4C11-22B8-4A4E-8126-B3AF6B948A8E}" type="datetimeFigureOut">
              <a:rPr lang="en-US" dirty="0"/>
              <a:t>11/29/2021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29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298448"/>
            <a:ext cx="2793159" cy="1597152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008" y="1447800"/>
            <a:ext cx="5195997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3" y="3129280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06B6-C816-4861-964D-15A98395707D}" type="datetimeFigureOut">
              <a:rPr lang="en-US" dirty="0"/>
              <a:t>11/29/2021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466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1A8AB-EA7C-4B1B-9D73-E2551851FABE}" type="datetimeFigureOut">
              <a:rPr lang="en-US" dirty="0"/>
              <a:t>11/29/2021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030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969927"/>
            <a:ext cx="882565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7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43B39-165A-4B68-AA5C-581F5336313C}" type="datetimeFigureOut">
              <a:rPr lang="en-US" dirty="0"/>
              <a:t>11/29/2021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98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0704"/>
            <a:ext cx="8833104" cy="1371600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2144" y="3547872"/>
            <a:ext cx="8825659" cy="2478024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8C57-33F9-4259-AC4F-0E3F5BEC9B94}" type="datetimeFigureOut">
              <a:rPr lang="en-US" dirty="0"/>
              <a:t>11/29/2021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7912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TextBox 11"/>
          <p:cNvSpPr txBox="1"/>
          <p:nvPr/>
        </p:nvSpPr>
        <p:spPr bwMode="gray">
          <a:xfrm>
            <a:off x="898295" y="59676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9715063" y="2629300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698249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945945" y="3679987"/>
            <a:ext cx="7725772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4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8"/>
            <a:ext cx="8825659" cy="997858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772B-8FA2-401F-A0A1-A59855EDBC3E}" type="datetimeFigureOut">
              <a:rPr lang="en-US" dirty="0"/>
              <a:t>11/29/2021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248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3525"/>
            <a:ext cx="8865623" cy="1819656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9200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D5BDE-5A90-4611-82E9-0FC5746D30C5}" type="datetimeFigureOut">
              <a:rPr lang="en-US" dirty="0"/>
              <a:t>11/29/2021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787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991" y="2603500"/>
            <a:ext cx="32564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5824" y="2603500"/>
            <a:ext cx="0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DA17D-0BEA-4E76-A7FC-F7C188BC48D1}" type="datetimeFigureOut">
              <a:rPr lang="en-US" dirty="0"/>
              <a:t>11/29/2021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7121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5"/>
            <a:ext cx="3050438" cy="57626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0916"/>
            <a:ext cx="2691242" cy="158409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7"/>
            <a:ext cx="3050438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8"/>
            <a:ext cx="3050438" cy="91257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3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3" y="5109107"/>
            <a:ext cx="3050438" cy="91794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245" y="2603500"/>
            <a:ext cx="1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7352" y="2603500"/>
            <a:ext cx="0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AC7D-18CA-4236-82B9-D75EB1D66EAE}" type="datetimeFigureOut">
              <a:rPr lang="en-US" dirty="0"/>
              <a:t>11/29/2021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777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595033"/>
            <a:ext cx="8825659" cy="3424768"/>
          </a:xfrm>
        </p:spPr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300E-C023-45CD-A0BE-EDB7A8C6EA8B}" type="datetimeFigureOut">
              <a:rPr lang="en-US" dirty="0"/>
              <a:t>11/29/2021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855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6"/>
            <a:ext cx="1441567" cy="4748591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5"/>
            <a:ext cx="6256025" cy="474859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0EAD-E369-4933-8469-ED7764B56A1B}" type="datetimeFigureOut">
              <a:rPr lang="en-US" dirty="0"/>
              <a:t>11/29/2021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201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7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30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2760" y="6391656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0786BE5-D2A3-4BF0-8B30-D7403E61B3DC}" type="datetimeFigureOut">
              <a:rPr lang="en-US" dirty="0"/>
              <a:t>11/29/2021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7784" y="6391656"/>
            <a:ext cx="3867912" cy="310896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550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49976" y="3739568"/>
            <a:ext cx="10893094" cy="1915940"/>
          </a:xfrm>
        </p:spPr>
        <p:txBody>
          <a:bodyPr rtlCol="0">
            <a:normAutofit/>
          </a:bodyPr>
          <a:lstStyle/>
          <a:p>
            <a:pPr algn="ctr"/>
            <a:r>
              <a:rPr lang="pt-BR" sz="7200"/>
              <a:t>Game Mania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58529" y="5656301"/>
            <a:ext cx="9684774" cy="535304"/>
          </a:xfrm>
        </p:spPr>
        <p:txBody>
          <a:bodyPr rtlCol="0">
            <a:normAutofit/>
          </a:bodyPr>
          <a:lstStyle/>
          <a:p>
            <a:pPr algn="ctr"/>
            <a:r>
              <a:rPr lang="pt-BR" dirty="0" err="1"/>
              <a:t>By</a:t>
            </a:r>
            <a:r>
              <a:rPr lang="pt-BR" dirty="0"/>
              <a:t>: Ícaro Carvalho</a:t>
            </a:r>
            <a:endParaRPr lang="pt-BR"/>
          </a:p>
        </p:txBody>
      </p:sp>
      <p:pic>
        <p:nvPicPr>
          <p:cNvPr id="7" name="Graphic 6" descr="Game controller">
            <a:extLst>
              <a:ext uri="{FF2B5EF4-FFF2-40B4-BE49-F238E27FC236}">
                <a16:creationId xmlns:a16="http://schemas.microsoft.com/office/drawing/2014/main" id="{3DFB614C-35C9-4E1F-B0E5-DFEBF6D979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2555" y="934065"/>
            <a:ext cx="2517058" cy="251705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326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3FC22-CC5C-44BC-982D-56B22CB6C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Projeto Game Mania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521BB5-25BC-40DE-A75C-D713E52AE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/>
              <a:t>Tenho o prazer de apresentar o projeto do site Game Mania,</a:t>
            </a:r>
          </a:p>
          <a:p>
            <a:r>
              <a:rPr lang="pt-BR" dirty="0"/>
              <a:t>Nessa apresentação serão expostos os designs da página inicial do site em </a:t>
            </a:r>
            <a:r>
              <a:rPr lang="pt-BR"/>
              <a:t>suas versões desktop, tablet e mobile.</a:t>
            </a:r>
          </a:p>
        </p:txBody>
      </p:sp>
    </p:spTree>
    <p:extLst>
      <p:ext uri="{BB962C8B-B14F-4D97-AF65-F5344CB8AC3E}">
        <p14:creationId xmlns:p14="http://schemas.microsoft.com/office/powerpoint/2010/main" val="2319478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1C8248-A53E-470E-8690-C77585207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Requisitos do projeto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F7238E-228D-4ECD-BB02-E5617833F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Todas as versões do site foram desenvolvidas levando em consideração as informações levantadas no briefing e entrevista com a cliente, portanto, o foco foi desenvolver um site minimalista, com </a:t>
            </a:r>
            <a:r>
              <a:rPr lang="pt-BR"/>
              <a:t>conteúdo</a:t>
            </a:r>
            <a:r>
              <a:rPr lang="pt-BR" dirty="0"/>
              <a:t> e textos brancos, </a:t>
            </a:r>
            <a:r>
              <a:rPr lang="pt-BR"/>
              <a:t>fundo escuro e cores complementares do agrado do cliente.</a:t>
            </a:r>
          </a:p>
          <a:p>
            <a:r>
              <a:rPr lang="pt-BR" dirty="0"/>
              <a:t>Também foi levada em conta a idade abrangente do público-alvo, portanto, foi desenvolvido um site agradável tanto para jovens, quanto para </a:t>
            </a:r>
            <a:r>
              <a:rPr lang="pt-BR"/>
              <a:t>adultos, com um design mobile super facilitado para consumidores idosos que possuem dificuldade com tecnologia e navegação em dispositivos móveis.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6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46BB58-A311-458A-AFBB-41DD5DD16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206" y="869442"/>
            <a:ext cx="4014355" cy="848591"/>
          </a:xfrm>
        </p:spPr>
        <p:txBody>
          <a:bodyPr/>
          <a:lstStyle/>
          <a:p>
            <a:r>
              <a:rPr lang="pt-BR" dirty="0"/>
              <a:t>Layout Desktop</a:t>
            </a:r>
          </a:p>
        </p:txBody>
      </p:sp>
      <p:pic>
        <p:nvPicPr>
          <p:cNvPr id="4" name="Imagem 4" descr="Interface gráfica do usuário, Site&#10;&#10;Descrição gerada automaticamente">
            <a:extLst>
              <a:ext uri="{FF2B5EF4-FFF2-40B4-BE49-F238E27FC236}">
                <a16:creationId xmlns:a16="http://schemas.microsoft.com/office/drawing/2014/main" id="{46AE71AB-1333-4507-9F0E-E25DBAC6DA2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7342909" y="1295545"/>
            <a:ext cx="3800332" cy="5061816"/>
          </a:xfr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A21237A-16B7-4958-ABB2-27EF625345D4}"/>
              </a:ext>
            </a:extLst>
          </p:cNvPr>
          <p:cNvSpPr txBox="1"/>
          <p:nvPr/>
        </p:nvSpPr>
        <p:spPr>
          <a:xfrm>
            <a:off x="1252104" y="1884218"/>
            <a:ext cx="3920835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No layout desktop, podemos notar como o site foi desenvolvido de forma minimalista e intuitiva para </a:t>
            </a:r>
            <a:r>
              <a:rPr lang="pt-BR">
                <a:solidFill>
                  <a:schemeClr val="bg1"/>
                </a:solidFill>
              </a:rPr>
              <a:t>atender ao público-alvo que </a:t>
            </a:r>
            <a:r>
              <a:rPr lang="pt-BR" dirty="0">
                <a:solidFill>
                  <a:schemeClr val="bg1"/>
                </a:solidFill>
              </a:rPr>
              <a:t>engloba uma faixa etária deveras abrangente.</a:t>
            </a:r>
          </a:p>
          <a:p>
            <a:r>
              <a:rPr lang="pt-BR" dirty="0">
                <a:solidFill>
                  <a:schemeClr val="bg1"/>
                </a:solidFill>
              </a:rPr>
              <a:t>Com leitura em Z, cores padronizadas, com pequenos blocos de texto e imagens </a:t>
            </a:r>
            <a:r>
              <a:rPr lang="pt-BR">
                <a:solidFill>
                  <a:schemeClr val="bg1"/>
                </a:solidFill>
              </a:rPr>
              <a:t>grandes; Desde os pequenos </a:t>
            </a:r>
            <a:r>
              <a:rPr lang="pt-BR" dirty="0">
                <a:solidFill>
                  <a:schemeClr val="bg1"/>
                </a:solidFill>
              </a:rPr>
              <a:t>gamers, até os mais old–school, terão facilidade de navegar no site e realizar seus pedidos.</a:t>
            </a:r>
          </a:p>
        </p:txBody>
      </p:sp>
    </p:spTree>
    <p:extLst>
      <p:ext uri="{BB962C8B-B14F-4D97-AF65-F5344CB8AC3E}">
        <p14:creationId xmlns:p14="http://schemas.microsoft.com/office/powerpoint/2010/main" val="901123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46BB58-A311-458A-AFBB-41DD5DD16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206" y="869442"/>
            <a:ext cx="4014355" cy="848591"/>
          </a:xfrm>
        </p:spPr>
        <p:txBody>
          <a:bodyPr/>
          <a:lstStyle/>
          <a:p>
            <a:r>
              <a:rPr lang="pt-BR"/>
              <a:t>Layout Mobile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A21237A-16B7-4958-ABB2-27EF625345D4}"/>
              </a:ext>
            </a:extLst>
          </p:cNvPr>
          <p:cNvSpPr txBox="1"/>
          <p:nvPr/>
        </p:nvSpPr>
        <p:spPr>
          <a:xfrm>
            <a:off x="1252104" y="1884218"/>
            <a:ext cx="3920835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>
                <a:solidFill>
                  <a:schemeClr val="bg1"/>
                </a:solidFill>
              </a:rPr>
              <a:t>No layout para dispositivos móveis (mobile), os elementos </a:t>
            </a:r>
            <a:r>
              <a:rPr lang="pt-BR" dirty="0">
                <a:solidFill>
                  <a:schemeClr val="bg1"/>
                </a:solidFill>
              </a:rPr>
              <a:t>foram adaptados para mesmo em dispositivos com display pequeno, o consumidor consiga visualizar bem o produto e sua </a:t>
            </a:r>
            <a:r>
              <a:rPr lang="pt-BR">
                <a:solidFill>
                  <a:schemeClr val="bg1"/>
                </a:solidFill>
              </a:rPr>
              <a:t>descrição, também houve uma adaptação do menu para um menu mobile, o qual oculta os itens da barra de navegação, mantendo o design minimalista como na versão desktop e melhorando a usabilidade.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3" name="Imagem 5">
            <a:extLst>
              <a:ext uri="{FF2B5EF4-FFF2-40B4-BE49-F238E27FC236}">
                <a16:creationId xmlns:a16="http://schemas.microsoft.com/office/drawing/2014/main" id="{C381281A-B5D4-44F0-8A72-1B4007B84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931" y="505692"/>
            <a:ext cx="800866" cy="591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50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46BB58-A311-458A-AFBB-41DD5DD16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206" y="869442"/>
            <a:ext cx="4014355" cy="848591"/>
          </a:xfrm>
        </p:spPr>
        <p:txBody>
          <a:bodyPr/>
          <a:lstStyle/>
          <a:p>
            <a:r>
              <a:rPr lang="pt-BR"/>
              <a:t>Layout Tablet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A21237A-16B7-4958-ABB2-27EF625345D4}"/>
              </a:ext>
            </a:extLst>
          </p:cNvPr>
          <p:cNvSpPr txBox="1"/>
          <p:nvPr/>
        </p:nvSpPr>
        <p:spPr>
          <a:xfrm>
            <a:off x="1252104" y="1884218"/>
            <a:ext cx="3920835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No layout para tablet, temos novamente o menu mobile, para manter mesmo em tablets </a:t>
            </a:r>
            <a:r>
              <a:rPr lang="pt-BR">
                <a:solidFill>
                  <a:schemeClr val="bg1"/>
                </a:solidFill>
              </a:rPr>
              <a:t>menores, um visual limpo;</a:t>
            </a:r>
          </a:p>
          <a:p>
            <a:r>
              <a:rPr lang="pt-BR" dirty="0">
                <a:solidFill>
                  <a:schemeClr val="bg1"/>
                </a:solidFill>
              </a:rPr>
              <a:t>Também foram redistribuidos os  produtos, de forma que sejam apresentados mais produtos por rolagem, coisa que não era viavél no layout mobile, por conta da limitação de espaço </a:t>
            </a:r>
            <a:r>
              <a:rPr lang="pt-BR">
                <a:solidFill>
                  <a:schemeClr val="bg1"/>
                </a:solidFill>
              </a:rPr>
              <a:t>horizontal, e que traz uma melhor navegação para esse tipo de dispositivo.</a:t>
            </a:r>
          </a:p>
        </p:txBody>
      </p:sp>
      <p:pic>
        <p:nvPicPr>
          <p:cNvPr id="4" name="Imagem 5">
            <a:extLst>
              <a:ext uri="{FF2B5EF4-FFF2-40B4-BE49-F238E27FC236}">
                <a16:creationId xmlns:a16="http://schemas.microsoft.com/office/drawing/2014/main" id="{F7EDA4F2-970E-434E-B679-24D2B0C79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9883" y="497032"/>
            <a:ext cx="2321553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010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2A6BD5-F057-4847-8775-E72EADA4B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Desafios e Dificuldades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13B390-DB98-48E8-BF99-EC0AB67C8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/>
              <a:t>No layout desktop, o maior desafio foi sem dúvidas decidir como seriam distribuídos os elementos em tanto espaço de tela, os desafios do layout mobile foram justamente o contrário, como adaptar o layout para com pouco espaço, oferecer ainda sim uma boa experiência de navegação e usabilidade para o consumidor, já a versão do tablet foi a mais fácil de adaptar, pois o tablet possui similaridades tanto com o design para desktop quanto para o mobile, portanto, não foi um grande desafio adaptar os </a:t>
            </a:r>
            <a:r>
              <a:rPr lang="pt-BR"/>
              <a:t>elementos para criar um bom design para tablets.</a:t>
            </a:r>
          </a:p>
        </p:txBody>
      </p:sp>
    </p:spTree>
    <p:extLst>
      <p:ext uri="{BB962C8B-B14F-4D97-AF65-F5344CB8AC3E}">
        <p14:creationId xmlns:p14="http://schemas.microsoft.com/office/powerpoint/2010/main" val="6103491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TF00001243</Template>
  <TotalTime>0</TotalTime>
  <Words>1</Words>
  <Application>Microsoft Office PowerPoint</Application>
  <PresentationFormat>Widescreen</PresentationFormat>
  <Paragraphs>1</Paragraphs>
  <Slides>7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Ion Boardroom</vt:lpstr>
      <vt:lpstr>Game Mania</vt:lpstr>
      <vt:lpstr>Projeto Game Mania</vt:lpstr>
      <vt:lpstr>Requisitos do projeto</vt:lpstr>
      <vt:lpstr>Layout Desktop</vt:lpstr>
      <vt:lpstr>Layout Mobile</vt:lpstr>
      <vt:lpstr>Layout Tablet</vt:lpstr>
      <vt:lpstr>Desafios e Dificuldades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lastModifiedBy/>
  <cp:revision>234</cp:revision>
  <dcterms:created xsi:type="dcterms:W3CDTF">2021-11-29T19:26:23Z</dcterms:created>
  <dcterms:modified xsi:type="dcterms:W3CDTF">2021-11-29T20:42:18Z</dcterms:modified>
</cp:coreProperties>
</file>